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MediSim: Multimodal Diagnostic and Agentic Triage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 2 Project Proposal</a:t>
            </a:r>
          </a:p>
          <a:p>
            <a:r>
              <a:t>Htut Ko Ko, Imtiaz Ahmad, Michael R. Lacar, Aashutosh Raut</a:t>
            </a:r>
          </a:p>
          <a:p>
            <a:r>
              <a:t>Asian Institute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 /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Motivation: Traditional digital health systems struggle with multimodal inputs safely.</a:t>
            </a:r>
          </a:p>
          <a:p>
            <a:pPr lvl="1"/>
            <a:r>
              <a:t>What was done: Proposal of MediSim, a single web app with two features.</a:t>
            </a:r>
          </a:p>
          <a:p>
            <a:pPr lvl="1"/>
            <a:r>
              <a:t>Feature 1: Multimodal Diagnostic Assistant using CNN + biLSTM.</a:t>
            </a:r>
          </a:p>
          <a:p>
            <a:pPr lvl="1"/>
            <a:r>
              <a:t>Feature 2: Multi-Agent Triage using LLMs (Triage Nurse, Specialist, Fact-Checker).</a:t>
            </a:r>
          </a:p>
          <a:p>
            <a:pPr lvl="1"/>
            <a:r>
              <a:t>Key Results (Expected): Reduced clinical hallucinations while maintaining computational feasibility.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RQ1 (Multimodal): How effectively does a lightweight vision-language fusion model align medical images with textual symptoms compared to unimodal baselines?</a:t>
            </a:r>
          </a:p>
          <a:p>
            <a:r>
              <a:t>RQ2 (Agentic): To what extent does a multi-agent LLM framework minimize hallucination and omission errors in clinical triage compared to a single-agent baseline?</a:t>
            </a:r>
          </a:p>
          <a:p>
            <a:r>
              <a:t>RQ3 (Feasibility): Does the combination of local lightweight models and API-based LLMs provide a computationally viable diagnostic system for low-resource environments?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Multimodal Assistant</a:t>
            </a:r>
          </a:p>
          <a:p>
            <a:pPr lvl="1"/>
            <a:r>
              <a:t>Dataset: IU X-Ray from Kaggle.</a:t>
            </a:r>
          </a:p>
          <a:p>
            <a:pPr lvl="1"/>
            <a:r>
              <a:t>Contents: Matched Chest X-Rays and clinical report symptom concepts.</a:t>
            </a:r>
          </a:p>
          <a:p>
            <a:r>
              <a:t>Agentic Triage</a:t>
            </a:r>
          </a:p>
          <a:p>
            <a:pPr lvl="1"/>
            <a:r>
              <a:t>Dataset: Synthetic patient symptomatic profiles (generated/curated).</a:t>
            </a:r>
          </a:p>
          <a:p>
            <a:pPr lvl="1"/>
            <a:r>
              <a:t>Purpose: Simulate real-world interactions for the agent to triage.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&amp; Approaches: Vision-Language 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Processing: CNN (e.g., ResNet) for extracting radiomic features from X-rays.</a:t>
            </a:r>
          </a:p>
          <a:p>
            <a:r>
              <a:t>Text Processing: biLSTM architecture initialized with GloVe embeddings to process patient symptom text.</a:t>
            </a:r>
          </a:p>
          <a:p>
            <a:r>
              <a:t>Fusion Layer: Concatenate both dense representations into a unified feature space.</a:t>
            </a:r>
          </a:p>
          <a:p>
            <a:r>
              <a:t>Classification Head: Predicts probability distribution across clinical pathologies.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 &amp; Approaches: Multi-Agent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Role-based Prompting: LLMs initialized via Groq/Ollama APIs with distinct clinical personas.</a:t>
            </a:r>
          </a:p>
          <a:p>
            <a:pPr lvl="1"/>
            <a:r>
              <a:t>Agent 1: Triage Nurse (Collects symptoms &amp; patient history).</a:t>
            </a:r>
          </a:p>
          <a:p>
            <a:pPr lvl="1"/>
            <a:r>
              <a:t>Agent 2: Specialist Doctor (Formulates differential diagnosis).</a:t>
            </a:r>
          </a:p>
          <a:p>
            <a:pPr lvl="1"/>
            <a:r>
              <a:t>Agent 3: Medical Fact-Checker (Reviews Specialist advice against safety guidelines to block hallucinations).</a:t>
            </a:r>
          </a:p>
          <a:p>
            <a:r>
              <a:t>Goal: Establish a self-correcting loop to ensure clinical coherence.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Integration: Fusing static deep learning precision with dynamic LLM communication provides a robust remote triage tool.</a:t>
            </a:r>
          </a:p>
          <a:p>
            <a:r>
              <a:t>Safety: The Fact-Checker agent directly addresses RQ2 by actively reviewing and blocking unsafe generative outputs.</a:t>
            </a:r>
          </a:p>
          <a:p>
            <a:r>
              <a:t>Feasibility: Utilizing lightweight baseline models ensures that the framework will run smoothly on consumer hardware (Mac M2/M4).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Completed: Phase 1 Literature Review &amp; Baseline architectures identified.</a:t>
            </a:r>
          </a:p>
          <a:p>
            <a:r>
              <a:t>Completed: Phase 2 Proposal drafted in ACL format with RQs &amp; Methodology.</a:t>
            </a:r>
          </a:p>
          <a:p>
            <a:r>
              <a:t>To do: Begin actual coding/training (Phase 3) focusing on Streamlit UI integration.</a:t>
            </a:r>
          </a:p>
          <a:p>
            <a:r>
              <a:t>Obstacles: Matching static evaluation datasets with dynamic conversational testing environments.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