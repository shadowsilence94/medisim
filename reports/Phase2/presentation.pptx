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MediSim: Multimodal Diagnostic and Agentic Triage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Phase 2 Project Proposal</a:t>
            </a:r>
          </a:p>
          <a:p>
            <a:r>
              <a:t>Htut Ko Ko, Imtiaz Ahmad, Michael R. Lacar, Aashutosh Raut</a:t>
            </a:r>
          </a:p>
          <a:p>
            <a:r>
              <a:t>Asian Institute of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 /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Motivation: Traditional digital health systems struggle with multimodal inputs safely.</a:t>
            </a:r>
          </a:p>
          <a:p>
            <a:pPr lvl="1"/>
            <a:r>
              <a:t>What was done: Proposal of MediSim, a single web app with two features.</a:t>
            </a:r>
          </a:p>
          <a:p>
            <a:pPr lvl="1"/>
            <a:r>
              <a:t>Feature 1: Multimodal Diagnostic Assistant using CNN + biLSTM.</a:t>
            </a:r>
          </a:p>
          <a:p>
            <a:pPr lvl="1"/>
            <a:r>
              <a:t>Feature 2: Multi-Agent Triage using LLMs (Triage Nurse, Specialist, Fact-Checker).</a:t>
            </a:r>
          </a:p>
          <a:p>
            <a:pPr lvl="1"/>
            <a:r>
              <a:t>Key Results (Expected): 15% reduction in clinical hallucinations via Agentic verification.</a:t>
            </a:r>
          </a:p>
          <a:p>
            <a:pPr lvl="1"/>
            <a:r>
              <a:t>Keywords: Multimodal AI, Agentic Triage, Clinical Safety, Medical Vision-Language.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RQ1 (Multimodal): How effectively does a lightweight vision-language fusion model align medical images with textual symptoms compared to unimodal baselines?</a:t>
            </a:r>
          </a:p>
          <a:p>
            <a:r>
              <a:t>RQ2 (Agentic): To what extent does a multi-agent LLM framework minimize hallucination and omission errors in clinical triage compared to a single-agent baseline?</a:t>
            </a:r>
          </a:p>
          <a:p>
            <a:r>
              <a:t>RQ3 (Feasibility): Does the combination of local lightweight models and API-based LLMs provide a computationally viable diagnostic system for low-resource environments?</a:t>
            </a:r>
          </a:p>
          <a:p>
            <a:pPr>
              <a:defRPr b="1"/>
            </a:pPr>
            <a:r>
              <a:t>Independent Variables (IV): Model Modality &amp; Agent Configuration</a:t>
            </a:r>
          </a:p>
          <a:p>
            <a:pPr>
              <a:defRPr b="1"/>
            </a:pPr>
            <a:r>
              <a:t>Dependent Variables (DV): Classification Accuracy &amp; Hallucination Rates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&amp; Datasets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Multimodal Assistant</a:t>
            </a:r>
          </a:p>
          <a:p>
            <a:pPr lvl="1"/>
            <a:r>
              <a:t>Dataset: IU X-Ray from Kaggle.</a:t>
            </a:r>
          </a:p>
          <a:p>
            <a:pPr lvl="1"/>
            <a:r>
              <a:t>Contents: Matched Chest X-Rays and clinical report symptom concepts.</a:t>
            </a:r>
          </a:p>
          <a:p>
            <a:r>
              <a:t>Agentic Triage</a:t>
            </a:r>
          </a:p>
          <a:p>
            <a:pPr lvl="1"/>
            <a:r>
              <a:t>Dataset: Synthetic patient symptomatic profiles (generated/curated).</a:t>
            </a:r>
          </a:p>
          <a:p>
            <a:pPr lvl="1"/>
            <a:r>
              <a:t>Purpose: Simulate real-world interactions for the agent to triage.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Methods &amp; Approaches: Vision-Language Fusion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Image Processing: CNN (e.g., ResNet) for extracting radiomic features from X-rays.</a:t>
            </a:r>
          </a:p>
          <a:p>
            <a:r>
              <a:t>Text Processing: biLSTM architecture initialized with GloVe embeddings to process patient symptom text.</a:t>
            </a:r>
          </a:p>
          <a:p>
            <a:r>
              <a:t>Fusion Layer: Concatenate both dense representations into a unified feature space.</a:t>
            </a:r>
          </a:p>
          <a:p>
            <a:r>
              <a:t>Classification Head: Predicts probability distribution across clinical pathologies.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Methods &amp; Approaches: Multi-Agent Triage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Role-based Prompting: LLMs initialized via Groq/Ollama APIs with distinct clinical personas.</a:t>
            </a:r>
          </a:p>
          <a:p>
            <a:pPr lvl="1"/>
            <a:r>
              <a:t>Agent 1: Triage Nurse (Collects symptoms &amp; patient history).</a:t>
            </a:r>
          </a:p>
          <a:p>
            <a:pPr lvl="1"/>
            <a:r>
              <a:t>Agent 2: Specialist Doctor (Formulates differential diagnosis).</a:t>
            </a:r>
          </a:p>
          <a:p>
            <a:pPr lvl="1"/>
            <a:r>
              <a:t>Agent 3: Medical Fact-Checker (Reviews Specialist advice against safety guidelines to block hallucinations).</a:t>
            </a:r>
          </a:p>
          <a:p>
            <a:r>
              <a:t>Goal: Establish a self-correcting loop to ensure clinical coherence.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Integration: Fusing static deep learning precision with dynamic LLM communication provides a robust remote triage tool.</a:t>
            </a:r>
          </a:p>
          <a:p>
            <a:r>
              <a:t>Safety: The Fact-Checker agent directly addresses RQ2 by actively reviewing and blocking unsafe generative outputs.</a:t>
            </a:r>
          </a:p>
          <a:p>
            <a:r>
              <a:t>Feasibility: Utilizing lightweight baseline models ensures that the framework will run smoothly on consumer hardware.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Unified Multimodal Architecture aligning X-rays with symptoms.</a:t>
            </a:r>
          </a:p>
          <a:p>
            <a:r>
              <a:t>2. Role-based Multi-agent Verification Protocol to mitigate hallucinations.</a:t>
            </a:r>
          </a:p>
          <a:p>
            <a:r>
              <a:t>3. Lightweight Implementation for resource-constrained edge environments.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Dual-pipeline Approach:</a:t>
            </a:r>
          </a:p>
          <a:p>
            <a:pPr lvl="1"/>
            <a:r>
              <a:t>Pipeline 1: Multimodal Diagnostic Assistant using CNN and biLSTM.</a:t>
            </a:r>
          </a:p>
          <a:p>
            <a:pPr lvl="1"/>
            <a:r>
              <a:t>Pipeline 2: Multi-Agent Triage serving as a conversational interface.</a:t>
            </a:r>
          </a:p>
          <a:p>
            <a:r>
              <a:t>Integration: Seamless data flow from initial patient input to verified recommendations.</a:t>
            </a:r>
          </a:p>
          <a:p>
            <a:r>
              <a:t>Accounts: Integrates chat history linking to maintain records for returning patients.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1: Literature Review &amp; Baseline identification (Completed)</a:t>
            </a:r>
          </a:p>
          <a:p>
            <a:r>
              <a:t>Phase 2: Project Proposal &amp; Architecture design (Current)</a:t>
            </a:r>
          </a:p>
          <a:p>
            <a:r>
              <a:t>Phase 3: Implementation of Streamlit app, data processing, model training</a:t>
            </a:r>
          </a:p>
          <a:p>
            <a:r>
              <a:t>Phase 4: Deployment, final evaluation, and submission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Ethical Consideration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Ethical Considerations</a:t>
            </a:r>
          </a:p>
          <a:p>
            <a:pPr lvl="1"/>
            <a:r>
              <a:t>Anonymization of all datasets for patient privacy.</a:t>
            </a:r>
          </a:p>
          <a:p>
            <a:pPr lvl="1"/>
            <a:r>
              <a:t>Fact-Checker agent to mitigate unsafe medical advice.</a:t>
            </a:r>
          </a:p>
          <a:p>
            <a:r>
              <a:t>Limitations</a:t>
            </a:r>
          </a:p>
          <a:p>
            <a:pPr lvl="1"/>
            <a:r>
              <a:t>Reliance on synthetic conversational data for triage evaluation.</a:t>
            </a:r>
          </a:p>
          <a:p>
            <a:pPr lvl="1"/>
            <a:r>
              <a:t>Computational challenges on resource-constrained devices.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15636">
                <a:tc>
                  <a:txBody>
                    <a:bodyPr/>
                    <a:lstStyle/>
                    <a:p>
                      <a: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Proposed (MediSim)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Modality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Text/Image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Multimodal (Text+Image)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Single-stage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Two-stage (Fusion + Agents)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Reasoning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Multi-agent debate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Scalability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 (Modular agents)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Flexibility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Rigid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Versatile (Diag &amp; Triage)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Data Eff.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 Req.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Pre-trained models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Error Hand.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Single 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Cross-verification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Interactive/Conversational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 Orchestration</a:t>
                      </a:r>
                    </a:p>
                  </a:txBody>
                  <a:tcPr/>
                </a:tc>
              </a:tr>
              <a:tr h="415640">
                <a:tc>
                  <a:txBody>
                    <a:bodyPr/>
                    <a:lstStyle/>
                    <a:p>
                      <a:r>
                        <a:t>Evaluation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BLEU/ROUGE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Human + Task-specific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 Plan (Metrics)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  <a:gridCol w="1219200"/>
              </a:tblGrid>
              <a:tr h="381000">
                <a:tc>
                  <a:txBody>
                    <a:bodyPr/>
                    <a:lstStyle/>
                    <a:p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Safety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t>CNN (Baseline)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t>biLSTM (Baseline)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t>MediSim Fusion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t>Single-Agent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t>Multi-Agent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of Progress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Completed: Phase 1 Literature Review &amp; Baseline architectures identified.</a:t>
            </a:r>
          </a:p>
          <a:p>
            <a:r>
              <a:t>Completed: Phase 2 Proposal drafted in ACL format with RQs &amp; Methodology.</a:t>
            </a:r>
          </a:p>
          <a:p>
            <a:r>
              <a:t>To do: Begin actual coding/training (Phase 3) focusing on Streamlit UI integration.</a:t>
            </a:r>
          </a:p>
          <a:p>
            <a:r>
              <a:t>Obstacles: Matching static evaluation datasets with dynamic conversational testing environments.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